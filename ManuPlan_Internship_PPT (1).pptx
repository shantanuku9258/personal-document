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1440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069080"/>
            <a:ext cx="3291840" cy="5029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434840"/>
            <a:ext cx="3474720" cy="5029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320040" y="768096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ManuPlan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&amp; Quality Control System</a:t>
            </a:r>
            <a:endParaRPr lang="en-US" sz="3000" dirty="0"/>
          </a:p>
        </p:txBody>
      </p:sp>
      <p:sp>
        <p:nvSpPr>
          <p:cNvPr id="10" name="Text 4"/>
          <p:cNvSpPr/>
          <p:nvPr/>
        </p:nvSpPr>
        <p:spPr>
          <a:xfrm>
            <a:off x="320040" y="26243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-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Shantanu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29169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-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Programmer Trainee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320040" y="32095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-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Technology Solutions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320040" y="35021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-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 (2022-2026)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320040" y="37947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-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Galgotias University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320040" y="4087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-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– June 2026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320040" y="43799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-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30/04/2026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 Cognizant Technology Solutions as a Specialist Programmer Trainee, working on an enterprise Production Planning &amp; Quality Control system (ManuPlan) for discrete and process manufacturers.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320040" y="1618488"/>
            <a:ext cx="269748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20040" y="167335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20040" y="19659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Solutions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3108960" y="1618488"/>
            <a:ext cx="269748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108960" y="167335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108960" y="19659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Trainee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897880" y="1618488"/>
            <a:ext cx="269748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897880" y="167335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897880" y="19659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ManuPlan – Production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QC System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20040" y="2715768"/>
            <a:ext cx="269748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20040" y="27706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20040" y="306324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Project)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108960" y="2715768"/>
            <a:ext cx="269748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108960" y="27706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Modules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108960" y="306324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Inventory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8: Maintenance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897880" y="2715768"/>
            <a:ext cx="269748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897880" y="27706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897880" y="306324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Learned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practised during the internship: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228600" y="1298448"/>
            <a:ext cx="2057400" cy="347472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228600" y="1298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228600" y="1645920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83464" y="164592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C# 12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228600" y="1975104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83464" y="1975104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228600" y="2304288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83464" y="2304288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28600" y="2633472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83464" y="2633472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· MediatR 12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228600" y="2962656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83464" y="29626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2340864" y="1298448"/>
            <a:ext cx="2057400" cy="347472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340864" y="1298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ORM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2340864" y="1645920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395728" y="164592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2340864" y="1975104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395728" y="1975104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2340864" y="2304288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395728" y="2304288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2340864" y="2633472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395728" y="2633472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API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2340864" y="2962656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395728" y="29626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DB / Service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4453128" y="1298448"/>
            <a:ext cx="2057400" cy="347472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453128" y="1298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4453128" y="1645920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507992" y="164592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4453128" y="1975104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507992" y="1975104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NgRx 17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4453128" y="2304288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507992" y="2304288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4453128" y="2633472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507992" y="2633472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5.4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4453128" y="2962656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507992" y="29626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6565392" y="1298448"/>
            <a:ext cx="2057400" cy="347472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565392" y="1298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Tools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6565392" y="1645920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620256" y="164592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52" name="Shape 46"/>
          <p:cNvSpPr/>
          <p:nvPr/>
        </p:nvSpPr>
        <p:spPr>
          <a:xfrm>
            <a:off x="6565392" y="1975104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620256" y="1975104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54" name="Shape 48"/>
          <p:cNvSpPr/>
          <p:nvPr/>
        </p:nvSpPr>
        <p:spPr>
          <a:xfrm>
            <a:off x="6565392" y="2304288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620256" y="2304288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(AKS)</a:t>
            </a:r>
            <a:endParaRPr lang="en-US" sz="1300" dirty="0"/>
          </a:p>
        </p:txBody>
      </p:sp>
      <p:sp>
        <p:nvSpPr>
          <p:cNvPr id="56" name="Shape 50"/>
          <p:cNvSpPr/>
          <p:nvPr/>
        </p:nvSpPr>
        <p:spPr>
          <a:xfrm>
            <a:off x="6565392" y="2633472"/>
            <a:ext cx="2057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620256" y="2633472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58" name="Shape 52"/>
          <p:cNvSpPr/>
          <p:nvPr/>
        </p:nvSpPr>
        <p:spPr>
          <a:xfrm>
            <a:off x="6565392" y="2962656"/>
            <a:ext cx="2057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620256" y="2962656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ManuPlan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ManuPlan is a deterministic Production Planning &amp; Quality Control platform for discrete and process manufacturers, centralizing work orders, MRP, shop-floor execution, quality inspections, and audit trails.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20040" y="15910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Modules: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164592" y="1920240"/>
            <a:ext cx="1024128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6459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Mgmt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1216152" y="1920240"/>
            <a:ext cx="1024128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21615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/ MRP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267712" y="1920240"/>
            <a:ext cx="1024128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26771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319272" y="1920240"/>
            <a:ext cx="1024128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31927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70832" y="1920240"/>
            <a:ext cx="1024128" cy="640080"/>
          </a:xfrm>
          <a:prstGeom prst="rect">
            <a:avLst/>
          </a:prstGeom>
          <a:solidFill>
            <a:srgbClr val="99001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37083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22392" y="1920240"/>
            <a:ext cx="1024128" cy="640080"/>
          </a:xfrm>
          <a:prstGeom prst="rect">
            <a:avLst/>
          </a:prstGeom>
          <a:solidFill>
            <a:srgbClr val="99001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42239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73952" y="1920240"/>
            <a:ext cx="1024128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7395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525512" y="1920240"/>
            <a:ext cx="1024128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25512" y="1920240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Pkg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320040" y="27157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Highlighted = modules built by me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20040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201168" y="3401568"/>
            <a:ext cx="1353312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01168" y="340156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1609344" y="3401568"/>
            <a:ext cx="1353312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609344" y="340156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3017520" y="3401568"/>
            <a:ext cx="1353312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017520" y="340156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425696" y="3401568"/>
            <a:ext cx="1353312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425696" y="340156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833872" y="3401568"/>
            <a:ext cx="1353312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833872" y="340156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7242048" y="3401568"/>
            <a:ext cx="1353312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242048" y="340156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ManuPlan follows a 4-layer microservices architecture (one .NET 8 service per team member, each with its own PostgreSQL database).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320040" y="1435608"/>
            <a:ext cx="1920240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20040" y="14356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2240280" y="1778508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5" name="Shape 9"/>
          <p:cNvSpPr/>
          <p:nvPr/>
        </p:nvSpPr>
        <p:spPr>
          <a:xfrm>
            <a:off x="2404872" y="1435608"/>
            <a:ext cx="1920240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404872" y="14356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325112" y="1778508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4489704" y="1435608"/>
            <a:ext cx="1920240" cy="685800"/>
          </a:xfrm>
          <a:prstGeom prst="rect">
            <a:avLst/>
          </a:prstGeom>
          <a:solidFill>
            <a:srgbClr val="99001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489704" y="14356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9944" y="1778508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6574536" y="1435608"/>
            <a:ext cx="1920240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574536" y="14356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DB / Service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20040" y="2258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— Clean Architecture: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20040" y="2624328"/>
            <a:ext cx="1920240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26243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(Entities, Events)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2240280" y="2967228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2404872" y="2624328"/>
            <a:ext cx="1920240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404872" y="26243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(CQRS, DTOs)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25112" y="2967228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4489704" y="2624328"/>
            <a:ext cx="1920240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489704" y="26243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 Core, Repos)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9944" y="2967228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6574536" y="2624328"/>
            <a:ext cx="1920240" cy="6858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574536" y="26243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(Controllers, JWT)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Modules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owned and implemented two microservices as part of the team project: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274320" y="1298448"/>
            <a:ext cx="4206240" cy="324612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274320" y="1298448"/>
            <a:ext cx="4206240" cy="347472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47472" y="1298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Inventory &amp; Lot/Batch Traceability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84048" y="17099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Inventory · MaterialMovement · CycleCount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84048" y="20756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84048" y="2441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stock with LotBatch &amp; SerialNumber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84048" y="2807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Issue / Return / Transfer / GoodsReceipt movements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84048" y="3172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&amp; backward lot trace API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84048" y="35387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alerts on every movement post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84048" y="39044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CycleCount → supervisor-approved MaterialMovement → QuantityOnHand updated (audit-safe)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754880" y="1298448"/>
            <a:ext cx="4206240" cy="324612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54880" y="1298448"/>
            <a:ext cx="4206240" cy="347472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28032" y="1298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Maintenance &amp; Downtime Tracking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64608" y="17099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MaintenancePlan · MaintenanceWO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864608" y="20756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64608" y="2441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scheduling (hours/days freq)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64608" y="2807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logging with DowntimeMinutes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864608" y="3172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/ MTBF calculation per WorkCenter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864608" y="35387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plan → auto-generate MaintenanceWO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864608" y="39044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→ In-Progress → Completed → Verified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Inventory — Workflow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Breakdown Flow: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201168" y="1188720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201168" y="11887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527048" y="1485900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5" name="Shape 9"/>
          <p:cNvSpPr/>
          <p:nvPr/>
        </p:nvSpPr>
        <p:spPr>
          <a:xfrm>
            <a:off x="1655064" y="1188720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655064" y="11887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Created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980944" y="1485900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3108960" y="1188720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108960" y="11887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34840" y="1485900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4562856" y="1188720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562856" y="11887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888736" y="1485900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016752" y="1188720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016752" y="11887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Closed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Equip. Released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342632" y="1485900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470648" y="1188720"/>
            <a:ext cx="1325880" cy="594360"/>
          </a:xfrm>
          <a:prstGeom prst="rect">
            <a:avLst/>
          </a:prstGeom>
          <a:solidFill>
            <a:srgbClr val="99001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470648" y="11887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/ MTBF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20040" y="19842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Cycle Count Adjustment Flow: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201168" y="2322576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01168" y="232257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Taken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1527048" y="2619756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1655064" y="2322576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655064" y="232257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2980944" y="2619756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3108960" y="2322576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108960" y="232257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434840" y="2619756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4562856" y="2322576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562856" y="232257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5888736" y="2619756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6016752" y="2322576"/>
            <a:ext cx="132588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016752" y="232257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Mvt. Record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7342632" y="2619756"/>
            <a:ext cx="1645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7470648" y="2322576"/>
            <a:ext cx="1325880" cy="594360"/>
          </a:xfrm>
          <a:prstGeom prst="rect">
            <a:avLst/>
          </a:prstGeom>
          <a:solidFill>
            <a:srgbClr val="99001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7470648" y="232257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OnHand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320040" y="31272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CycleCount never directly modifies stock — only a supervisor-approved MaterialMovement does, preserving full audit trail.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3200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Movement Types: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320040" y="3968496"/>
            <a:ext cx="157276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20040" y="39684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Issue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1984248" y="3968496"/>
            <a:ext cx="157276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1984248" y="39684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Return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3648456" y="3968496"/>
            <a:ext cx="157276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3648456" y="39684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5312664" y="3968496"/>
            <a:ext cx="157276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312664" y="39684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200" dirty="0"/>
          </a:p>
        </p:txBody>
      </p:sp>
      <p:sp>
        <p:nvSpPr>
          <p:cNvPr id="57" name="Shape 51"/>
          <p:cNvSpPr/>
          <p:nvPr/>
        </p:nvSpPr>
        <p:spPr>
          <a:xfrm>
            <a:off x="6976872" y="3968496"/>
            <a:ext cx="157276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6976872" y="39684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Key Learnings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Gained: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320040" y="11887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Clean Architecture — Domain → Application → Infrastructure → API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320040" y="161848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 Fluent API — mapping entities to PostgreSQL with FK constraints and indexes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320040" y="204825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Audit-safe inventory design — CycleCount adjustments only through MaterialMovement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20040" y="247802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 (LotConsumedEvent, WorkOrderReleasedEvent) decoupled via RabbitMQ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20040" y="29443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Developed: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20040" y="32644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.NET 8 / ASP.NET Core with CQRS pipeline (MediatR + FluentValidation)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20040" y="369417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— GitHub mono-repo, protected branches, feature branch workflow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20040" y="412394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modeling for a 30-entity production planning system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FDA / IATF compliance data requirements — append-only AuditLog design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058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24528"/>
            <a:ext cx="3291840" cy="4389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35424"/>
            <a:ext cx="3474720" cy="411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767328" y="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100" dirty="0"/>
          </a:p>
        </p:txBody>
      </p:sp>
      <p:sp>
        <p:nvSpPr>
          <p:cNvPr id="9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320040" y="84124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320040" y="1161288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Cognizant internship introduced me to enterprise-scale manufacturing systems. Building the Inventory and Maintenance microservices deepened my expertise in Clean Architecture, domain-driven design, audit compliance, and real-world .NET 8 development.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320040" y="20299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320040" y="23500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GitHub merge of all five microservices into the mono-repo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20040" y="277977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&amp; Kubernetes (kind) local orchestration setup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20040" y="320954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async events — LotConsumedEvent, WorkOrderReleasedEvent integration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20040" y="36393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frontend — Inventory &amp; Warehouse UI with QR / barcode scan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20040" y="40690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/ MTBF analytics dashboard and full OEE reporting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731520"/>
            <a:ext cx="4023360" cy="40233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069080"/>
            <a:ext cx="3657600" cy="5029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434840"/>
            <a:ext cx="3840480" cy="5029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6576"/>
            <a:ext cx="3429000" cy="58521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0" y="0"/>
            <a:ext cx="5486400" cy="6583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990012"/>
          </a:solidFill>
          <a:ln w="12700">
            <a:solidFill>
              <a:srgbClr val="990012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0" y="16459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2026-04-30T19:24:46Z</dcterms:created>
  <dcterms:modified xsi:type="dcterms:W3CDTF">2026-04-30T19:24:46Z</dcterms:modified>
</cp:coreProperties>
</file>